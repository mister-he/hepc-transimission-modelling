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96"/>
    <p:restoredTop sz="97823"/>
  </p:normalViewPr>
  <p:slideViewPr>
    <p:cSldViewPr snapToGrid="0">
      <p:cViewPr varScale="1">
        <p:scale>
          <a:sx n="127" d="100"/>
          <a:sy n="127" d="100"/>
        </p:scale>
        <p:origin x="3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EEE0C784-755A-90B5-EA20-F9DDAA2B54FC}"/>
              </a:ext>
            </a:extLst>
          </p:cNvPr>
          <p:cNvGrpSpPr/>
          <p:nvPr/>
        </p:nvGrpSpPr>
        <p:grpSpPr>
          <a:xfrm>
            <a:off x="154382" y="551441"/>
            <a:ext cx="11622286" cy="5681106"/>
            <a:chOff x="154382" y="551441"/>
            <a:chExt cx="11622286" cy="568110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018857-26DE-FCDE-16C5-122BADD43C58}"/>
                </a:ext>
              </a:extLst>
            </p:cNvPr>
            <p:cNvGrpSpPr/>
            <p:nvPr/>
          </p:nvGrpSpPr>
          <p:grpSpPr>
            <a:xfrm>
              <a:off x="154382" y="989598"/>
              <a:ext cx="6391759" cy="2469203"/>
              <a:chOff x="1471519" y="219121"/>
              <a:chExt cx="6391759" cy="2469203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FD653E7B-EDD0-77AE-51CE-8AA6112E426E}"/>
                  </a:ext>
                </a:extLst>
              </p:cNvPr>
              <p:cNvSpPr/>
              <p:nvPr/>
            </p:nvSpPr>
            <p:spPr>
              <a:xfrm>
                <a:off x="1471519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Never Incarcerated PWID (D)</a:t>
                </a:r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819844E7-9540-E3AC-BF93-3910B9C71C1B}"/>
                  </a:ext>
                </a:extLst>
              </p:cNvPr>
              <p:cNvSpPr/>
              <p:nvPr/>
            </p:nvSpPr>
            <p:spPr>
              <a:xfrm>
                <a:off x="4001427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Currently Incarcerated Ex-PWID (J)</a:t>
                </a: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1BFD32-1EFE-6BC5-FF1F-6A4D9B19CCF2}"/>
                  </a:ext>
                </a:extLst>
              </p:cNvPr>
              <p:cNvSpPr/>
              <p:nvPr/>
            </p:nvSpPr>
            <p:spPr>
              <a:xfrm>
                <a:off x="6432357" y="219121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Formerly Incarcerated PWID (F)</a:t>
                </a: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FCA5B2CD-C485-3480-BC8E-46542ED96A56}"/>
                  </a:ext>
                </a:extLst>
              </p:cNvPr>
              <p:cNvSpPr/>
              <p:nvPr/>
            </p:nvSpPr>
            <p:spPr>
              <a:xfrm>
                <a:off x="6432357" y="1755758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Ex-PWID (X)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A8A19BD-FD31-2903-FC14-E9F33F68674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2902440" y="1362516"/>
                <a:ext cx="10989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79607AF-73EA-1DCF-9A03-259F107FFF77}"/>
                  </a:ext>
                </a:extLst>
              </p:cNvPr>
              <p:cNvCxnSpPr>
                <a:cxnSpLocks/>
                <a:stCxn id="6" idx="3"/>
                <a:endCxn id="7" idx="1"/>
              </p:cNvCxnSpPr>
              <p:nvPr/>
            </p:nvCxnSpPr>
            <p:spPr>
              <a:xfrm flipV="1">
                <a:off x="5432348" y="685404"/>
                <a:ext cx="1000009" cy="67711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C838BB7-DAE8-D83C-8D39-C00317912B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30985" y="501697"/>
                <a:ext cx="996978" cy="6337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794D6F8-8451-89C2-B0EA-BAE3EF66BC1F}"/>
                  </a:ext>
                </a:extLst>
              </p:cNvPr>
              <p:cNvCxnSpPr>
                <a:cxnSpLocks/>
                <a:stCxn id="6" idx="3"/>
                <a:endCxn id="10" idx="1"/>
              </p:cNvCxnSpPr>
              <p:nvPr/>
            </p:nvCxnSpPr>
            <p:spPr>
              <a:xfrm>
                <a:off x="5432348" y="1362516"/>
                <a:ext cx="1000009" cy="8595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A7A4915-91AE-B290-8566-B5E8330B2316}"/>
                </a:ext>
              </a:extLst>
            </p:cNvPr>
            <p:cNvSpPr txBox="1"/>
            <p:nvPr/>
          </p:nvSpPr>
          <p:spPr>
            <a:xfrm>
              <a:off x="1930341" y="551441"/>
              <a:ext cx="2938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Incarceration dynamics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E99952C-232C-1372-ACF4-7AD2D0E52102}"/>
                </a:ext>
              </a:extLst>
            </p:cNvPr>
            <p:cNvGrpSpPr/>
            <p:nvPr/>
          </p:nvGrpSpPr>
          <p:grpSpPr>
            <a:xfrm>
              <a:off x="7261640" y="1171936"/>
              <a:ext cx="4023360" cy="2507194"/>
              <a:chOff x="1153742" y="1174785"/>
              <a:chExt cx="3680629" cy="2293619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E225726-A6F1-6D67-BCB6-C499E3EA06A9}"/>
                  </a:ext>
                </a:extLst>
              </p:cNvPr>
              <p:cNvSpPr/>
              <p:nvPr/>
            </p:nvSpPr>
            <p:spPr>
              <a:xfrm>
                <a:off x="2157927" y="1174785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Susceptible (u)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FE0E9AE-8B3B-4B64-9E86-979260D9A7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165343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671973AD-3B69-E60E-92E7-411987B1CFD8}"/>
                  </a:ext>
                </a:extLst>
              </p:cNvPr>
              <p:cNvSpPr/>
              <p:nvPr/>
            </p:nvSpPr>
            <p:spPr>
              <a:xfrm>
                <a:off x="2157926" y="2989753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Chronic infection (c)</a:t>
                </a: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B29284CE-0C23-7E3C-4C55-21EA2100AB28}"/>
                  </a:ext>
                </a:extLst>
              </p:cNvPr>
              <p:cNvSpPr/>
              <p:nvPr/>
            </p:nvSpPr>
            <p:spPr>
              <a:xfrm>
                <a:off x="1153742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Acute infection (a)</a:t>
                </a: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6DBEC1D-AC46-9640-0B7E-5A00B469A63A}"/>
                  </a:ext>
                </a:extLst>
              </p:cNvPr>
              <p:cNvSpPr/>
              <p:nvPr/>
            </p:nvSpPr>
            <p:spPr>
              <a:xfrm>
                <a:off x="3150397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Treatment (t)</a:t>
                </a: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E83AFE-8E72-B66F-FF9E-75B77009C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255672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4DC0C02-EC2B-7159-5548-73B4ED77A98C}"/>
                  </a:ext>
                </a:extLst>
              </p:cNvPr>
              <p:cNvCxnSpPr/>
              <p:nvPr/>
            </p:nvCxnSpPr>
            <p:spPr>
              <a:xfrm flipV="1">
                <a:off x="3339444" y="2550954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F47FB46-22DA-3D6F-2D57-A85F37862FF1}"/>
                  </a:ext>
                </a:extLst>
              </p:cNvPr>
              <p:cNvCxnSpPr/>
              <p:nvPr/>
            </p:nvCxnSpPr>
            <p:spPr>
              <a:xfrm flipV="1">
                <a:off x="3331617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2344DBA-33FA-E549-E100-990F4099E6A5}"/>
                  </a:ext>
                </a:extLst>
              </p:cNvPr>
              <p:cNvCxnSpPr/>
              <p:nvPr/>
            </p:nvCxnSpPr>
            <p:spPr>
              <a:xfrm flipV="1">
                <a:off x="2487389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7F558B8-744D-69D0-172D-B7C44CA1AFDA}"/>
                  </a:ext>
                </a:extLst>
              </p:cNvPr>
              <p:cNvCxnSpPr/>
              <p:nvPr/>
            </p:nvCxnSpPr>
            <p:spPr>
              <a:xfrm flipV="1">
                <a:off x="2485302" y="2550955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84BD589-BA71-27C4-F62C-799E9B138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0279" y="1659643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A952A83-627E-B522-41E0-D71BE494F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8107" y="2556231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A9343D-C0C3-CEA6-25FC-FE5C6314916E}"/>
                </a:ext>
              </a:extLst>
            </p:cNvPr>
            <p:cNvSpPr txBox="1"/>
            <p:nvPr/>
          </p:nvSpPr>
          <p:spPr>
            <a:xfrm>
              <a:off x="6818879" y="555026"/>
              <a:ext cx="45670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HCV transmission dynamics for PWID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EA3E0A-575A-3D2A-F08A-D85697F47EBF}"/>
                </a:ext>
              </a:extLst>
            </p:cNvPr>
            <p:cNvSpPr txBox="1"/>
            <p:nvPr/>
          </p:nvSpPr>
          <p:spPr>
            <a:xfrm>
              <a:off x="4520216" y="4357401"/>
              <a:ext cx="31515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Liver disease progression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43503F6-D4F8-E837-9DE0-4A53E598C1DA}"/>
                </a:ext>
              </a:extLst>
            </p:cNvPr>
            <p:cNvGrpSpPr/>
            <p:nvPr/>
          </p:nvGrpSpPr>
          <p:grpSpPr>
            <a:xfrm>
              <a:off x="323101" y="5172746"/>
              <a:ext cx="11213111" cy="601347"/>
              <a:chOff x="242011" y="2431357"/>
              <a:chExt cx="11213111" cy="60134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5B3D97F-CA06-D52E-2F06-CB2AF7E48FF9}"/>
                  </a:ext>
                </a:extLst>
              </p:cNvPr>
              <p:cNvSpPr/>
              <p:nvPr/>
            </p:nvSpPr>
            <p:spPr>
              <a:xfrm>
                <a:off x="242011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Non-Cirrhosis (NC)</a:t>
                </a: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831B9D4-5FE6-83C2-40C5-02502F512605}"/>
                  </a:ext>
                </a:extLst>
              </p:cNvPr>
              <p:cNvSpPr/>
              <p:nvPr/>
            </p:nvSpPr>
            <p:spPr>
              <a:xfrm>
                <a:off x="3247973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Compensated Cirrhosis (CC)</a:t>
                </a: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1077FA6D-8C49-4348-A870-91516F3B8983}"/>
                  </a:ext>
                </a:extLst>
              </p:cNvPr>
              <p:cNvSpPr/>
              <p:nvPr/>
            </p:nvSpPr>
            <p:spPr>
              <a:xfrm>
                <a:off x="6253935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Decompensated Cirrhosis (DC)</a:t>
                </a:r>
              </a:p>
            </p:txBody>
          </p: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CE5D6A7B-C6B2-406E-BA62-FE4216F8AED6}"/>
                  </a:ext>
                </a:extLst>
              </p:cNvPr>
              <p:cNvSpPr/>
              <p:nvPr/>
            </p:nvSpPr>
            <p:spPr>
              <a:xfrm>
                <a:off x="9259896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Hepatocellular Carcinoma (HCC)</a:t>
                </a:r>
              </a:p>
            </p:txBody>
          </p:sp>
          <p:cxnSp>
            <p:nvCxnSpPr>
              <p:cNvPr id="29" name="Elbow Connector 28">
                <a:extLst>
                  <a:ext uri="{FF2B5EF4-FFF2-40B4-BE49-F238E27FC236}">
                    <a16:creationId xmlns:a16="http://schemas.microsoft.com/office/drawing/2014/main" id="{2CA958DD-313B-96E5-43C3-7A5A8C6BC80E}"/>
                  </a:ext>
                </a:extLst>
              </p:cNvPr>
              <p:cNvCxnSpPr>
                <a:cxnSpLocks/>
                <a:stCxn id="26" idx="0"/>
                <a:endCxn id="28" idx="0"/>
              </p:cNvCxnSpPr>
              <p:nvPr/>
            </p:nvCxnSpPr>
            <p:spPr>
              <a:xfrm rot="5400000" flipH="1" flipV="1">
                <a:off x="7351547" y="-568255"/>
                <a:ext cx="12700" cy="6011923"/>
              </a:xfrm>
              <a:prstGeom prst="bentConnector3">
                <a:avLst>
                  <a:gd name="adj1" fmla="val 180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786248E0-35F9-4438-CE3F-4D578DED2FD1}"/>
                  </a:ext>
                </a:extLst>
              </p:cNvPr>
              <p:cNvCxnSpPr>
                <a:stCxn id="25" idx="3"/>
                <a:endCxn id="26" idx="1"/>
              </p:cNvCxnSpPr>
              <p:nvPr/>
            </p:nvCxnSpPr>
            <p:spPr>
              <a:xfrm>
                <a:off x="2437237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786ACE1-B0D6-D41B-0BE4-CEC898B78AA9}"/>
                  </a:ext>
                </a:extLst>
              </p:cNvPr>
              <p:cNvCxnSpPr>
                <a:cxnSpLocks/>
                <a:stCxn id="26" idx="3"/>
                <a:endCxn id="27" idx="1"/>
              </p:cNvCxnSpPr>
              <p:nvPr/>
            </p:nvCxnSpPr>
            <p:spPr>
              <a:xfrm>
                <a:off x="5443199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591F550D-AFED-2E9D-E2E5-4C83B53D378E}"/>
                  </a:ext>
                </a:extLst>
              </p:cNvPr>
              <p:cNvCxnSpPr>
                <a:cxnSpLocks/>
                <a:stCxn id="27" idx="3"/>
                <a:endCxn id="28" idx="1"/>
              </p:cNvCxnSpPr>
              <p:nvPr/>
            </p:nvCxnSpPr>
            <p:spPr>
              <a:xfrm>
                <a:off x="8449161" y="2735205"/>
                <a:ext cx="81073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Curved Connector 36">
              <a:extLst>
                <a:ext uri="{FF2B5EF4-FFF2-40B4-BE49-F238E27FC236}">
                  <a16:creationId xmlns:a16="http://schemas.microsoft.com/office/drawing/2014/main" id="{E3E4E13A-AEB4-CCEC-5D33-01FA2FADE362}"/>
                </a:ext>
              </a:extLst>
            </p:cNvPr>
            <p:cNvCxnSpPr>
              <a:stCxn id="5" idx="2"/>
            </p:cNvCxnSpPr>
            <p:nvPr/>
          </p:nvCxnSpPr>
          <p:spPr>
            <a:xfrm rot="16200000" flipH="1">
              <a:off x="893671" y="2575448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urved Connector 44">
              <a:extLst>
                <a:ext uri="{FF2B5EF4-FFF2-40B4-BE49-F238E27FC236}">
                  <a16:creationId xmlns:a16="http://schemas.microsoft.com/office/drawing/2014/main" id="{555B929E-F272-2CD0-E97A-76CB28472BF5}"/>
                </a:ext>
              </a:extLst>
            </p:cNvPr>
            <p:cNvCxnSpPr/>
            <p:nvPr/>
          </p:nvCxnSpPr>
          <p:spPr>
            <a:xfrm rot="16200000" flipH="1">
              <a:off x="3423578" y="2581091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/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/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Curved Connector 60">
              <a:extLst>
                <a:ext uri="{FF2B5EF4-FFF2-40B4-BE49-F238E27FC236}">
                  <a16:creationId xmlns:a16="http://schemas.microsoft.com/office/drawing/2014/main" id="{67EA703A-42AB-BC1F-A8B7-22E9D2E511B8}"/>
                </a:ext>
              </a:extLst>
            </p:cNvPr>
            <p:cNvCxnSpPr/>
            <p:nvPr/>
          </p:nvCxnSpPr>
          <p:spPr>
            <a:xfrm rot="16200000" flipH="1">
              <a:off x="5859324" y="1900454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/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3226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C4A6B5EA-E35A-C7C6-B65C-4DA07942472F}"/>
                </a:ext>
              </a:extLst>
            </p:cNvPr>
            <p:cNvCxnSpPr/>
            <p:nvPr/>
          </p:nvCxnSpPr>
          <p:spPr>
            <a:xfrm rot="16200000" flipH="1">
              <a:off x="5859324" y="3434792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/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Curved Connector 64">
              <a:extLst>
                <a:ext uri="{FF2B5EF4-FFF2-40B4-BE49-F238E27FC236}">
                  <a16:creationId xmlns:a16="http://schemas.microsoft.com/office/drawing/2014/main" id="{C42FE247-1A73-33EF-C4AB-0B495F8E7744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 rot="16200000" flipH="1">
              <a:off x="1453531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/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Curved Connector 67">
              <a:extLst>
                <a:ext uri="{FF2B5EF4-FFF2-40B4-BE49-F238E27FC236}">
                  <a16:creationId xmlns:a16="http://schemas.microsoft.com/office/drawing/2014/main" id="{5C7AE58D-FF5F-A11C-5B52-D2DB3EB60A5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409166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/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2DA06626-387C-09E3-BA3A-B012FFDB05D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59291" y="5746335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/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CF7AC566-439B-0BEA-4CAF-8263A3EF902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478673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/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𝐻𝐶𝐶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Curved Connector 73">
              <a:extLst>
                <a:ext uri="{FF2B5EF4-FFF2-40B4-BE49-F238E27FC236}">
                  <a16:creationId xmlns:a16="http://schemas.microsoft.com/office/drawing/2014/main" id="{3F981598-8A0E-C535-DDE2-95665828666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397955" y="264974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/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Curved Connector 75">
              <a:extLst>
                <a:ext uri="{FF2B5EF4-FFF2-40B4-BE49-F238E27FC236}">
                  <a16:creationId xmlns:a16="http://schemas.microsoft.com/office/drawing/2014/main" id="{E4D27BC6-B1FE-6715-C20D-A9FF38B7F0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07325" y="364002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/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urved Connector 77">
              <a:extLst>
                <a:ext uri="{FF2B5EF4-FFF2-40B4-BE49-F238E27FC236}">
                  <a16:creationId xmlns:a16="http://schemas.microsoft.com/office/drawing/2014/main" id="{E8BC46C0-AF96-0E79-2D42-5D390E3B9C4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728882" y="2654801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/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urved Connector 79">
              <a:extLst>
                <a:ext uri="{FF2B5EF4-FFF2-40B4-BE49-F238E27FC236}">
                  <a16:creationId xmlns:a16="http://schemas.microsoft.com/office/drawing/2014/main" id="{35BBE7D9-D8CC-00E6-0256-738FF53B9C0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144735" y="1661874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/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80DA124-A9B3-A6E9-724D-E3E1FD7A6576}"/>
              </a:ext>
            </a:extLst>
          </p:cNvPr>
          <p:cNvGrpSpPr/>
          <p:nvPr/>
        </p:nvGrpSpPr>
        <p:grpSpPr>
          <a:xfrm>
            <a:off x="242011" y="1842709"/>
            <a:ext cx="11213111" cy="1189995"/>
            <a:chOff x="242011" y="1842709"/>
            <a:chExt cx="11213111" cy="118999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A7D14F2-D565-2A11-B71F-9D9BA73B7361}"/>
                </a:ext>
              </a:extLst>
            </p:cNvPr>
            <p:cNvSpPr/>
            <p:nvPr/>
          </p:nvSpPr>
          <p:spPr>
            <a:xfrm>
              <a:off x="242011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Non-Cirrhosis (NC)</a:t>
              </a: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B289963A-7E31-1798-D7DF-ABD9CEDAF624}"/>
                </a:ext>
              </a:extLst>
            </p:cNvPr>
            <p:cNvSpPr/>
            <p:nvPr/>
          </p:nvSpPr>
          <p:spPr>
            <a:xfrm>
              <a:off x="3247973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Compensated Cirrhosis (CC)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BE8A10DA-1FAF-E5AA-B826-A7334783703D}"/>
                </a:ext>
              </a:extLst>
            </p:cNvPr>
            <p:cNvSpPr/>
            <p:nvPr/>
          </p:nvSpPr>
          <p:spPr>
            <a:xfrm>
              <a:off x="6253935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Decompensated Cirrhosis (DC)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96429BE9-1409-1C66-0270-AE8A37C7DFE1}"/>
                </a:ext>
              </a:extLst>
            </p:cNvPr>
            <p:cNvSpPr/>
            <p:nvPr/>
          </p:nvSpPr>
          <p:spPr>
            <a:xfrm>
              <a:off x="9259896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Hepatocellular Carcinoma (HCC)</a:t>
              </a:r>
            </a:p>
          </p:txBody>
        </p: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1A57A054-3F0A-313B-4889-8A62A55BE057}"/>
                </a:ext>
              </a:extLst>
            </p:cNvPr>
            <p:cNvCxnSpPr>
              <a:cxnSpLocks/>
              <a:stCxn id="31" idx="0"/>
              <a:endCxn id="98" idx="0"/>
            </p:cNvCxnSpPr>
            <p:nvPr/>
          </p:nvCxnSpPr>
          <p:spPr>
            <a:xfrm rot="5400000" flipH="1" flipV="1">
              <a:off x="7351547" y="-568255"/>
              <a:ext cx="12700" cy="6011923"/>
            </a:xfrm>
            <a:prstGeom prst="bentConnector3">
              <a:avLst>
                <a:gd name="adj1" fmla="val 1800000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4828A13-0ABB-4092-4FE7-E2461035A995}"/>
                </a:ext>
              </a:extLst>
            </p:cNvPr>
            <p:cNvSpPr txBox="1"/>
            <p:nvPr/>
          </p:nvSpPr>
          <p:spPr>
            <a:xfrm>
              <a:off x="5848567" y="1842709"/>
              <a:ext cx="31638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84FFF4F-F765-091F-0EFB-BEE4B36F201D}"/>
                </a:ext>
              </a:extLst>
            </p:cNvPr>
            <p:cNvCxnSpPr>
              <a:stCxn id="23" idx="3"/>
              <a:endCxn id="31" idx="1"/>
            </p:cNvCxnSpPr>
            <p:nvPr/>
          </p:nvCxnSpPr>
          <p:spPr>
            <a:xfrm>
              <a:off x="2437237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DBD92B-6220-10A9-D702-E72ABD684DAE}"/>
                </a:ext>
              </a:extLst>
            </p:cNvPr>
            <p:cNvCxnSpPr>
              <a:cxnSpLocks/>
              <a:stCxn id="31" idx="3"/>
              <a:endCxn id="81" idx="1"/>
            </p:cNvCxnSpPr>
            <p:nvPr/>
          </p:nvCxnSpPr>
          <p:spPr>
            <a:xfrm>
              <a:off x="5443199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ECE1834-EA3D-9BC0-74E3-586110D3AC98}"/>
                </a:ext>
              </a:extLst>
            </p:cNvPr>
            <p:cNvCxnSpPr>
              <a:cxnSpLocks/>
              <a:stCxn id="81" idx="3"/>
              <a:endCxn id="98" idx="1"/>
            </p:cNvCxnSpPr>
            <p:nvPr/>
          </p:nvCxnSpPr>
          <p:spPr>
            <a:xfrm>
              <a:off x="8449161" y="2735205"/>
              <a:ext cx="8107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1D3F-0077-DE11-0B34-3CD128416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1B04CF9-AFA0-242E-EF1A-DA5D93B53A6A}"/>
              </a:ext>
            </a:extLst>
          </p:cNvPr>
          <p:cNvGrpSpPr/>
          <p:nvPr/>
        </p:nvGrpSpPr>
        <p:grpSpPr>
          <a:xfrm>
            <a:off x="4919687" y="1985850"/>
            <a:ext cx="2651739" cy="2886300"/>
            <a:chOff x="1383547" y="879532"/>
            <a:chExt cx="2894380" cy="3150404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6DC7DE5-F2D1-9B14-626E-F34206460CE5}"/>
                </a:ext>
              </a:extLst>
            </p:cNvPr>
            <p:cNvSpPr/>
            <p:nvPr/>
          </p:nvSpPr>
          <p:spPr>
            <a:xfrm>
              <a:off x="2185502" y="8795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Susceptible (u)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2832B463-DA3E-AACF-855F-AC3020BA3302}"/>
                </a:ext>
              </a:extLst>
            </p:cNvPr>
            <p:cNvCxnSpPr>
              <a:cxnSpLocks/>
            </p:cNvCxnSpPr>
            <p:nvPr/>
          </p:nvCxnSpPr>
          <p:spPr>
            <a:xfrm>
              <a:off x="2442575" y="165343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59C5AF2-2962-9361-E134-8F3357BD2489}"/>
                </a:ext>
              </a:extLst>
            </p:cNvPr>
            <p:cNvSpPr/>
            <p:nvPr/>
          </p:nvSpPr>
          <p:spPr>
            <a:xfrm>
              <a:off x="2185502" y="32560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Chronic infection (c)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CAE852B0-F189-5A92-48FC-D7416685FB13}"/>
                </a:ext>
              </a:extLst>
            </p:cNvPr>
            <p:cNvSpPr/>
            <p:nvPr/>
          </p:nvSpPr>
          <p:spPr>
            <a:xfrm>
              <a:off x="1383547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Acute infection (a)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98C122C1-D9E0-449E-D90E-1BE7DC75093A}"/>
                </a:ext>
              </a:extLst>
            </p:cNvPr>
            <p:cNvSpPr/>
            <p:nvPr/>
          </p:nvSpPr>
          <p:spPr>
            <a:xfrm>
              <a:off x="3012509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Treatment (t)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98BEC07-9437-0DEF-D716-5A48A6FE39EA}"/>
                </a:ext>
              </a:extLst>
            </p:cNvPr>
            <p:cNvCxnSpPr>
              <a:cxnSpLocks/>
            </p:cNvCxnSpPr>
            <p:nvPr/>
          </p:nvCxnSpPr>
          <p:spPr>
            <a:xfrm>
              <a:off x="2444662" y="284168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1020ACA-CCA8-2D87-C491-5C9E7B7CBAEE}"/>
                </a:ext>
              </a:extLst>
            </p:cNvPr>
            <p:cNvCxnSpPr/>
            <p:nvPr/>
          </p:nvCxnSpPr>
          <p:spPr>
            <a:xfrm flipV="1">
              <a:off x="3175348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2838710-8017-D148-689F-143D0809E311}"/>
                </a:ext>
              </a:extLst>
            </p:cNvPr>
            <p:cNvCxnSpPr/>
            <p:nvPr/>
          </p:nvCxnSpPr>
          <p:spPr>
            <a:xfrm flipV="1">
              <a:off x="3175348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4F227C9-2472-CBCF-C20E-61F51F161E95}"/>
                </a:ext>
              </a:extLst>
            </p:cNvPr>
            <p:cNvCxnSpPr/>
            <p:nvPr/>
          </p:nvCxnSpPr>
          <p:spPr>
            <a:xfrm flipV="1">
              <a:off x="2294351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5F47FC6-E24A-CAAB-6F47-10A50319A70E}"/>
                </a:ext>
              </a:extLst>
            </p:cNvPr>
            <p:cNvCxnSpPr/>
            <p:nvPr/>
          </p:nvCxnSpPr>
          <p:spPr>
            <a:xfrm flipV="1">
              <a:off x="2294351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960DFC0-4719-94E4-2FCC-091155BB4685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1659643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5946712-156A-104C-C555-F72071A32B33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2841192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4AA42CBE-6421-A896-08C2-67426F2904A5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</p:spTree>
    <p:extLst>
      <p:ext uri="{BB962C8B-B14F-4D97-AF65-F5344CB8AC3E}">
        <p14:creationId xmlns:p14="http://schemas.microsoft.com/office/powerpoint/2010/main" val="3794661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35F50-7380-71E7-28C8-BC57F57D0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9C5F41-DE35-6214-5240-683D7C19A1E4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82B1646-BBBF-BFB1-A835-3B8962B91E7A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15F5D02-7221-1659-AA70-4321654FD953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B0319C08-1ED6-4BC4-13BA-32B37FA906A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ECC2F79B-CA6A-A55F-9620-753A93A484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CD990730-65B9-C5CA-F583-D081B19B78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73555477-FA0E-E997-5124-9C29F735E83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B18EE8F-3C6A-1183-4EAD-ED274FA5AF31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5DBB8E5A-BB38-B607-3E1A-A77BF45739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7B21EE4B-3C58-7B42-DA19-C8DD1A21F63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ED25B429-34AA-ADE5-1FDC-F39E92860257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2569F3AC-6654-4353-306E-97D3029B5CCC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7210E782-A144-D908-C959-E119B870C61F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F7EBABBE-85A7-7D7C-B777-058A3B993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E789470A-F979-671A-E481-BEB3E0822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082A3A0-17FB-AFBE-2ECC-222CF33C58A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85DAA80-F05F-3CC7-CF2D-D635ED30F2B6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38E1FEC-6D0E-C9B1-A905-B97D88E4BC91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328DB0E-3A57-021A-86B2-537D8ABD357E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74DDDB0D-0541-4719-F0D2-196EF91EFAF4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359245CA-4B95-17D8-EE8F-FED33C039A3C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C2DAE0C5-7E7B-D181-2E94-960216C55F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94701845-C563-0A31-1DF4-A0E48129305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A7D711A-F3A1-A007-040C-76269B9F3F3B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53A02B30-821C-1927-9AB2-4DE35AB8C83E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C673EB25-9C10-9441-CD4D-213316F87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92F2867E-8638-73D1-149F-E73834F62BC1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9955BCEF-8544-19E3-9EA7-2A7DF1BC71B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414D9CC3-A6EF-E15D-F58F-B86EBB806199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7001678D-1F46-64C6-319A-90070AE9603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3933925B-1699-025F-AB28-E430185D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AF89E73B-28C4-AC88-22F6-5D864ED28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F17FD2BB-C8A9-E1F8-9D61-7AFB9E15F56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E214183-BA97-AEEC-A3B7-DC1E2073A19A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CE644E-E157-C450-EDB9-A7062DDE49AA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7DB70FA6-9234-F6B3-BB09-5EFCED804416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622E3461-58ED-9BE8-30DE-E4E9A6B259CD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C9073336-CFA5-6BB9-2F76-3F3A486450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A9A36F80-CAC0-3813-D994-F409BF409B3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0276C32F-4EFA-8EEB-D522-D03214A4025D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2EFD20B8-E421-B446-B310-699E3ECBC090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C744A46D-5660-068B-37CE-949B5D3325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E804C34C-4685-86DE-466B-7673E61265D3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DBB3816B-FCF6-342E-CC51-76FC1A5C5538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10DFB7E1-8CB1-012A-A6FF-9CFF101F413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FC09E90E-48F8-3EF3-2E2C-BC1093D3E504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6C089B10-FB1B-EC7B-58CE-B7F134AA4B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E711D47-FD5E-F0D6-A10F-E1FBA85E1C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A3D0207-2778-707C-44FE-4D761EB90A86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A4D1D60C-8609-19FF-CC88-05B7D4AB4FC0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A475444-C710-8BE4-B699-422022858A8D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E6D4A24-84AC-5DD6-83AB-0520A8CB1DF5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AAD157D3-586F-755C-FC67-58502632CF8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EA7358DF-FFAA-7AD8-8560-5AE3754D45C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62DE1104-5328-0219-6248-E533C392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299E80AF-CE78-DB2A-8248-FFC6951E30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DDBFFA46-F24E-EABB-927D-F52C2966331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CD5049A2-62D2-791E-6449-100CD07B9173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1105EA2C-01B0-DF8C-593C-414CF9C8C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F443F765-DA49-04C6-F779-F32E3458B187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24A58BA7-7A2C-08A7-5CFC-32DD93076D49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7ADB0BA9-AD2E-DAED-79C8-AB4DFD56CBF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6C77243D-4FA5-DFC5-6794-BBD02810BE8C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AD73AE50-4A10-BF78-24AB-CA1EC97CF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E8A3C9F8-AB94-2EA2-6BF9-7F31D407D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65E60EB4-EC0E-29DF-B5A2-BF572F7A8540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5664A012-46EA-CD4B-F840-A202996B293A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C9C57710-E53E-9557-5279-A2F89B84C3C6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8CED65D-8946-5E9F-8842-8ADD6AF2E43D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C589DD03-E919-4BFD-7155-84B79D14A3A3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AFA24E20-3B69-403E-87FD-33E13C30F9E3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5341FBFA-E607-57D2-BC2D-E031C48B4A3B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CF388F96-B447-237A-71E6-156B4E2942B1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9DB7BD6-57C2-9122-756C-BE71157E7552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</p:spTree>
    <p:extLst>
      <p:ext uri="{BB962C8B-B14F-4D97-AF65-F5344CB8AC3E}">
        <p14:creationId xmlns:p14="http://schemas.microsoft.com/office/powerpoint/2010/main" val="3510300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1186</TotalTime>
  <Words>316</Words>
  <Application>Microsoft Macintosh PowerPoint</Application>
  <PresentationFormat>Widescreen</PresentationFormat>
  <Paragraphs>68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7</cp:revision>
  <dcterms:created xsi:type="dcterms:W3CDTF">2026-04-14T05:33:56Z</dcterms:created>
  <dcterms:modified xsi:type="dcterms:W3CDTF">2026-05-05T13:25:21Z</dcterms:modified>
</cp:coreProperties>
</file>